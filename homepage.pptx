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772400" cy="10058400"/>
  <p:notesSz cx="6858000" cy="9144000"/>
  <p:embeddedFontLst>
    <p:embeddedFont>
      <p:font typeface="League Spartan" charset="1" panose="00000800000000000000"/>
      <p:regular r:id="rId7"/>
    </p:embeddedFont>
    <p:embeddedFont>
      <p:font typeface="Glacial Indifference Bold" charset="1" panose="00000800000000000000"/>
      <p:regular r:id="rId8"/>
    </p:embeddedFont>
    <p:embeddedFont>
      <p:font typeface="Glacial Indifference" charset="1" panose="00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65754" y="296752"/>
            <a:ext cx="4745570" cy="1886364"/>
          </a:xfrm>
          <a:custGeom>
            <a:avLst/>
            <a:gdLst/>
            <a:ahLst/>
            <a:cxnLst/>
            <a:rect r="r" b="b" t="t" l="l"/>
            <a:pathLst>
              <a:path h="1886364" w="4745570">
                <a:moveTo>
                  <a:pt x="0" y="0"/>
                </a:moveTo>
                <a:lnTo>
                  <a:pt x="4745569" y="0"/>
                </a:lnTo>
                <a:lnTo>
                  <a:pt x="4745569" y="1886364"/>
                </a:lnTo>
                <a:lnTo>
                  <a:pt x="0" y="1886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59251" y="1040719"/>
            <a:ext cx="4745570" cy="1886364"/>
          </a:xfrm>
          <a:custGeom>
            <a:avLst/>
            <a:gdLst/>
            <a:ahLst/>
            <a:cxnLst/>
            <a:rect r="r" b="b" t="t" l="l"/>
            <a:pathLst>
              <a:path h="1886364" w="4745570">
                <a:moveTo>
                  <a:pt x="0" y="0"/>
                </a:moveTo>
                <a:lnTo>
                  <a:pt x="4745570" y="0"/>
                </a:lnTo>
                <a:lnTo>
                  <a:pt x="4745570" y="1886364"/>
                </a:lnTo>
                <a:lnTo>
                  <a:pt x="0" y="1886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31939" y="711200"/>
            <a:ext cx="7546678" cy="3292238"/>
          </a:xfrm>
          <a:custGeom>
            <a:avLst/>
            <a:gdLst/>
            <a:ahLst/>
            <a:cxnLst/>
            <a:rect r="r" b="b" t="t" l="l"/>
            <a:pathLst>
              <a:path h="3292238" w="7546678">
                <a:moveTo>
                  <a:pt x="0" y="0"/>
                </a:moveTo>
                <a:lnTo>
                  <a:pt x="7546678" y="0"/>
                </a:lnTo>
                <a:lnTo>
                  <a:pt x="7546678" y="3292238"/>
                </a:lnTo>
                <a:lnTo>
                  <a:pt x="0" y="3292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14739" y="1983901"/>
            <a:ext cx="4866355" cy="2019537"/>
          </a:xfrm>
          <a:custGeom>
            <a:avLst/>
            <a:gdLst/>
            <a:ahLst/>
            <a:cxnLst/>
            <a:rect r="r" b="b" t="t" l="l"/>
            <a:pathLst>
              <a:path h="2019537" w="4866355">
                <a:moveTo>
                  <a:pt x="0" y="0"/>
                </a:moveTo>
                <a:lnTo>
                  <a:pt x="4866355" y="0"/>
                </a:lnTo>
                <a:lnTo>
                  <a:pt x="4866355" y="2019537"/>
                </a:lnTo>
                <a:lnTo>
                  <a:pt x="0" y="20195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49239" y="2711029"/>
            <a:ext cx="2820025" cy="1120960"/>
          </a:xfrm>
          <a:custGeom>
            <a:avLst/>
            <a:gdLst/>
            <a:ahLst/>
            <a:cxnLst/>
            <a:rect r="r" b="b" t="t" l="l"/>
            <a:pathLst>
              <a:path h="1120960" w="2820025">
                <a:moveTo>
                  <a:pt x="0" y="0"/>
                </a:moveTo>
                <a:lnTo>
                  <a:pt x="2820024" y="0"/>
                </a:lnTo>
                <a:lnTo>
                  <a:pt x="2820024" y="1120959"/>
                </a:lnTo>
                <a:lnTo>
                  <a:pt x="0" y="1120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87933" y="4378452"/>
            <a:ext cx="2844800" cy="1301496"/>
          </a:xfrm>
          <a:custGeom>
            <a:avLst/>
            <a:gdLst/>
            <a:ahLst/>
            <a:cxnLst/>
            <a:rect r="r" b="b" t="t" l="l"/>
            <a:pathLst>
              <a:path h="1301496" w="2844800">
                <a:moveTo>
                  <a:pt x="0" y="0"/>
                </a:moveTo>
                <a:lnTo>
                  <a:pt x="2844800" y="0"/>
                </a:lnTo>
                <a:lnTo>
                  <a:pt x="2844800" y="1301496"/>
                </a:lnTo>
                <a:lnTo>
                  <a:pt x="0" y="1301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6731000" y="5785670"/>
            <a:ext cx="2844800" cy="1301496"/>
          </a:xfrm>
          <a:custGeom>
            <a:avLst/>
            <a:gdLst/>
            <a:ahLst/>
            <a:cxnLst/>
            <a:rect r="r" b="b" t="t" l="l"/>
            <a:pathLst>
              <a:path h="1301496" w="2844800">
                <a:moveTo>
                  <a:pt x="2844800" y="0"/>
                </a:moveTo>
                <a:lnTo>
                  <a:pt x="0" y="0"/>
                </a:lnTo>
                <a:lnTo>
                  <a:pt x="0" y="1301496"/>
                </a:lnTo>
                <a:lnTo>
                  <a:pt x="2844800" y="1301496"/>
                </a:lnTo>
                <a:lnTo>
                  <a:pt x="28448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77664" y="3423826"/>
            <a:ext cx="6763174" cy="5728726"/>
            <a:chOff x="0" y="0"/>
            <a:chExt cx="9017565" cy="76383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941490" y="0"/>
              <a:ext cx="3134586" cy="1136287"/>
            </a:xfrm>
            <a:custGeom>
              <a:avLst/>
              <a:gdLst/>
              <a:ahLst/>
              <a:cxnLst/>
              <a:rect r="r" b="b" t="t" l="l"/>
              <a:pathLst>
                <a:path h="1136287" w="3134586">
                  <a:moveTo>
                    <a:pt x="0" y="0"/>
                  </a:moveTo>
                  <a:lnTo>
                    <a:pt x="3134585" y="0"/>
                  </a:lnTo>
                  <a:lnTo>
                    <a:pt x="3134585" y="1136287"/>
                  </a:lnTo>
                  <a:lnTo>
                    <a:pt x="0" y="1136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894163" y="4498336"/>
              <a:ext cx="2123402" cy="3139965"/>
            </a:xfrm>
            <a:custGeom>
              <a:avLst/>
              <a:gdLst/>
              <a:ahLst/>
              <a:cxnLst/>
              <a:rect r="r" b="b" t="t" l="l"/>
              <a:pathLst>
                <a:path h="3139965" w="2123402">
                  <a:moveTo>
                    <a:pt x="0" y="0"/>
                  </a:moveTo>
                  <a:lnTo>
                    <a:pt x="2123402" y="0"/>
                  </a:lnTo>
                  <a:lnTo>
                    <a:pt x="2123402" y="3139965"/>
                  </a:lnTo>
                  <a:lnTo>
                    <a:pt x="0" y="3139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715716" y="1148607"/>
              <a:ext cx="7586133" cy="2574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34"/>
                </a:lnSpc>
              </a:pPr>
              <a:r>
                <a:rPr lang="en-US" sz="11596" spc="1391">
                  <a:solidFill>
                    <a:srgbClr val="1C3E7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DGCA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061701" y="3345165"/>
              <a:ext cx="6894163" cy="1475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3"/>
                </a:lnSpc>
              </a:pPr>
              <a:r>
                <a:rPr lang="en-US" b="true" sz="3266" spc="679">
                  <a:solidFill>
                    <a:srgbClr val="1C3E7D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EXAMS JUST GOT EASIER 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true" flipV="false" rot="0">
              <a:off x="0" y="4498336"/>
              <a:ext cx="2123402" cy="3139965"/>
            </a:xfrm>
            <a:custGeom>
              <a:avLst/>
              <a:gdLst/>
              <a:ahLst/>
              <a:cxnLst/>
              <a:rect r="r" b="b" t="t" l="l"/>
              <a:pathLst>
                <a:path h="3139965" w="2123402">
                  <a:moveTo>
                    <a:pt x="2123402" y="0"/>
                  </a:moveTo>
                  <a:lnTo>
                    <a:pt x="0" y="0"/>
                  </a:lnTo>
                  <a:lnTo>
                    <a:pt x="0" y="3139965"/>
                  </a:lnTo>
                  <a:lnTo>
                    <a:pt x="2123402" y="3139965"/>
                  </a:lnTo>
                  <a:lnTo>
                    <a:pt x="2123402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233603" y="5340927"/>
              <a:ext cx="4550359" cy="727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61"/>
                </a:lnSpc>
              </a:pPr>
              <a:r>
                <a:rPr lang="en-US" sz="1317">
                  <a:solidFill>
                    <a:srgbClr val="1C3E7D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Pass your pilot written exams on the first try. Master your PPL, CPL, or ATPL with our premium aviation quiz platform.</a:t>
              </a:r>
            </a:p>
          </p:txBody>
        </p:sp>
        <p:sp>
          <p:nvSpPr>
            <p:cNvPr name="AutoShape 16" id="16"/>
            <p:cNvSpPr/>
            <p:nvPr/>
          </p:nvSpPr>
          <p:spPr>
            <a:xfrm>
              <a:off x="2991556" y="6473074"/>
              <a:ext cx="3034453" cy="0"/>
            </a:xfrm>
            <a:prstGeom prst="line">
              <a:avLst/>
            </a:prstGeom>
            <a:ln cap="flat" w="50800">
              <a:solidFill>
                <a:srgbClr val="1C3E7D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2568738" y="9162077"/>
            <a:ext cx="2634924" cy="18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1"/>
              </a:lnSpc>
            </a:pPr>
            <a:r>
              <a:rPr lang="en-US" sz="1317">
                <a:solidFill>
                  <a:srgbClr val="1C3E7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www.easypl.in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DAHN-K-8wOw</dc:identifier>
  <dcterms:modified xsi:type="dcterms:W3CDTF">2011-08-01T06:04:30Z</dcterms:modified>
  <cp:revision>1</cp:revision>
  <dc:title>Clearing your</dc:title>
</cp:coreProperties>
</file>